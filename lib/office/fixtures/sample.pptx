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9774D03-E951-4CBE-871C-62D6EFAEDD6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0E78BD5-37CC-48E9-8FE8-CAA9FEFBCDE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73DA157-09A1-49BE-98A6-35F38C347E04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 txBox="1"/>
          <p:nvPr/>
        </p:nvSpPr>
        <p:spPr>
          <a:xfrm>
            <a:off x="0" y="0"/>
            <a:ext cx="360" cy="77691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spAutoFit/>
          </a:bodyPr>
          <a:p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Slide 1: Test ODP Presentation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0" y="0"/>
            <a:ext cx="360" cy="64893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spAutoFit/>
          </a:bodyPr>
          <a:p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First slide content here.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 txBox="1"/>
          <p:nvPr/>
        </p:nvSpPr>
        <p:spPr>
          <a:xfrm>
            <a:off x="0" y="0"/>
            <a:ext cx="360" cy="54655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spAutoFit/>
          </a:bodyPr>
          <a:p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Slide 2: More Content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0" y="0"/>
            <a:ext cx="360" cy="50407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spAutoFit/>
          </a:bodyPr>
          <a:p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Unicode: </a:t>
            </a:r>
            <a:r>
              <a:rPr b="0" lang="zh-CN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こんにちは 你好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0" y="0"/>
            <a:ext cx="360" cy="44416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spAutoFit/>
          </a:bodyPr>
          <a:p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End marker: [EOF]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LibreOffice/25.2.7.2$Linux_AARCH64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>Test ODP Presentation</dc:title>
</cp:coreProperties>
</file>